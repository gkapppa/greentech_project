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Mentor IA GreenTech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FFCC"/>
                </a:solidFill>
              </a:defRPr>
            </a:pPr>
            <a:r>
              <a:t>Sistema de Induccion Tecnica con Agentes Inteligentes</a:t>
            </a:r>
            <a:br/>
            <a:br/>
            <a:r>
              <a:t>Asignatura: Ingenieria de Soluciones con IA - ISY0101</a:t>
            </a:r>
            <a:br/>
            <a:r>
              <a:t>Duoc 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Introduccion y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PROBLEMA: Los nuevos tecnicos necesitan consultar manuales tecnicos extensos sobre sistemas fotovoltaicos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Este proceso toma entre 30-60 minutos por tema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No siempre es facil encontrar la informacion correcta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Asistente virtual inteligente que permite consultar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los manuales mediante lenguaje natural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BENEFICIOS: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Reduce tiempo de capacitacion de horas a segundos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Respuestas con rigor tecnico basado en manuales oficiales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Disponible 24/7 para consulta de tecnicos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Trazabilidad completa de todas las consultas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ARQUITECTURA DE 4 CAPAS: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Capa 1 - Interfaz de Usuario: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Streamlit (aplicacion web con chat intuitivo)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Capa 2 - Agente Orquestador: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Coordina decisiones, clasifica intenciones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Capa 3 - Motor RAG: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MongoDB Atlas (busqueda vectorial semantica)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Capa 4 - Modelo de Lenguaje: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Groq con Llama 3.3 (70B parametros)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Diagrama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FLUJO DE DATOS: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Usuario -&gt; Streamlit Chat -&gt; Agente Orquestador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Planner (clasifica intencion)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+---------------+---------------+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|               |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v               v               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Documents      Memory         Report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(RAG)          (JSON)       Generator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|               |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+---------------+---------------+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Groq LLM (genera respuesta)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|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            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               Respuesta al Usuario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Agente Orquestador -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El Planner clasifica la pregunta en 5 intenciones: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CONSULTA_SIMPLE: Responde sin buscar documentos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(saludos, preguntas generales)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CONSULTA_TECNICA: Busca en manuales vectorizados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(terminos tecnicos del dominio)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SOLICITUD_REPORTE: Genera reporte estructurado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(cuando el usuario pide 'informe' o 'reporte')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CONTINUIDAD_CONTEXTO: Usa memoria de conversacion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(referencias a conversaciones anteriores)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INFORMACION_INSUFICIENTE: Pide mas detalles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(preguntas muy breves o ambiguas)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Motor RAG - Recuperacion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COMO FUNCIONA LA RECUPERACION: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Documentos PDF se fragmentan en chunks (~500 caracteres)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Cada chunk se convierte en embedding numerico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usando all-MiniLM-L6-v2 (384 dimensiones)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Los vectores se almacenan en MongoDB Atlas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en coleccion 'manuals_vectors'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Cuando el usuario pregunta: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- La pregunta se Embedda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- Se busca en MongoDB los chunks mas similares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- Similitud coseno determina relevancia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Contexto recuperado se envia al LLM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para generar respuesta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Sistema de Memoria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DOS TIPOS DE MEMORIA: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MEMORIA CORTA (Session State):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Mantiene historial mientras la app esta abierta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streamlit session_state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Acceso rapido a ultimos mensajes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MEMORIA LARGA (JSON):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Guarda resumenes de conversaciones anteriores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Archivo JSON local en data/memory/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Permite continuidad en sesiones futuras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BENEFICIO: El agente recuerda contexto previo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y puede responder preguntas de seguimiento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Observabilidad y Monitoreo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Metricas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METRICAS MONITOREADAS: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Latencias por fase: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Planner, Retrieval, Generation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Tokens consumidos: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Input, output, costo USD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Precision RAG: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Similitud coseno pregunta vs contexto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Calidad de respuestas: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Evalua si tiene contenido util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Metricas de sistema: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CPU, memoria RAM (psutil)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DASHBOARD EN STREAMLIT: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Tarjetas KPI en tiempo real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Graficos de tendencia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Percentiles P50, P95, P99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Deteccion automatica de anomalias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Patron de errores por intencion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Tasa de error en ventanas moviles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Explorador de logs con filtros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Exportacion a CSV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ANOMALY DETECTOR: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Detecta latencias &gt; P95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Identifica rafagas de errores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Genera recomendaciones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Deteccion de Anomalias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COMO DETECTAMOS ANOMALIAS: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METODO DEL PERCENTIL 95: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Se calculan los percentiles de latencia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Si una latencia supera P95, se marca como anomalia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RAFAGAS DE ERRORES: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Se detectan cuando 4 de 5 consultas consecutivas fallan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Indica problema sistematico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PATRONES DE ERROR POR INTENCION: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Agrupa errores por tipo de consulta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Identifica cual intencion genera mas problemas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RECOMENDACIONES AUTOMATICAS: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El sistema genera sugerencias segun los patrones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Ej: 'Latencia promedio alta, considerar caching'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9. Seguridad 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Capas de Proteccion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TRES CAPAS DE SEGURIDAD: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Enmascaramiento PII: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Emails, telefonos, credenciales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Regex para deteccion automatica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Deteccion Inyeccion Prompt: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Lista de keywords sospechosas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'ignore instructions', 'jailbreak'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Bloqueo inmediato sin consumir LLM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Auditoria Inmutable: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Logs con timestamp UTC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Session ID para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NORMATIVA CUMPLIDA: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Ley 19.628 Chile (Datos Personales)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GDPR / LGPD (principios aplicados)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NIST AI Risk Framework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POLITICA DE RETENCION: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Logs: maximo 90 dias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Backups cifrados AES-256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Consentimiento registrado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10. Caching Semantico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OPTIMIZACION CON CACHE: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PROBLEMA: Consultas similares generan costos y latencia innecesarios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SemanticCache con TF-IDF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Almacena respuestas anteriores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Usa similitud coseno para detectar consultas similares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Umbral configurable (default 0.92)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BENEFICIOS MEDIDOS: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Latencia reducida a &lt; 0.05s para cache hits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Tokens ahorrados en consultas repetitivas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Costo operacional reducido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EVICCION AUTOMATICA: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LRU (Least Recently Used)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Maximo 500 entradas configurables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11. Tecnologias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BACKEND Y AGENTE: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Python 3.14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LangChain (framework de agentes)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LangChain Groq (integracion LLM)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VECTOR STORE: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MongoDB Atlas (base de datos)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HuggingFace Embeddings (all-MiniLM-L6-v2)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INTERFAZ: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Streamlit (framework web Python)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Pandas (manipulacion de datos)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MONITOREO: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psutil (metricas de sistema)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scikit-learn (TF-IDF para cache)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LLM: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Groq API (Llama 3.3 70B)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12. Limitaciones y Mejoras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LIMITACIONES ACTUALES: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1. Precision RAG depende de calidad de embeddings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2. Clasificacion por reglas, no por ML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3. Sin pruebas automatizadas E2E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4. Memoria larga simple (sin compresion avanzada)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MEJORAS PROPUESTAS: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1. Caching semantico (YA IMPLEMENTADO)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- Reduce latencia y costo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2. Modelo SLM para tareas auxiliares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- Llama-3-8B para Planner y Guardrails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- Reduce latencia inicial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3. Busqueda hibrida con reranking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- Vectorial + BM25 + Cohere Rerank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- Precision &gt; 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13. Caso de Negocio -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ANALISIS COSTO-BENEFICIO: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COSTO POR CONSULTA: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Promedio: $0.0005 USD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Para 1000 consultas/dia: $0.50 USD/dia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Proyeccion mensual: $15 USD/mes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AHORRO EN CAPACITACION: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Tiempo manual: 30-60 min por tema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Con Mentor IA: segundos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Tecnicos nuevos: ~20 al mes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Ahorro estimado: 10-20 horas/mes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REDUCCION DE ERRORES: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Consultas precisas basadas en manuales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Menos interpretaciones incorrectas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Mayor seguridad en instalaciones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 Demo - Sistema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PANTALLA PRINCIPAL: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Menu lateral con modulos de aprendizaje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Preguntas sugeridas clickeables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Area de chat central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PESTAÑAS: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1. Tutoria Interactiva (Chat)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2. Dashboard de Observabilidad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3. Auditoria y Compliance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DURANTE LA DEMO MOSTRAREMOS: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Pregunta tecnica: 'Explicame el efecto fotoelectrico'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Advertencia automatica de seguridad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Dashboard con metricas en tiempo real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Deteccion de anomalias y recomendaciones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Gracias por su atencion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FFCC"/>
                </a:solidFill>
              </a:defRPr>
            </a:pPr>
            <a:r>
              <a:t>Preguntas?</a:t>
            </a:r>
            <a:br/>
            <a:br/>
            <a:r>
              <a:t>Proyecto Mentor IA GreenTech</a:t>
            </a:r>
            <a:br/>
            <a:r>
              <a:t>ISY0101 - Duoc UC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